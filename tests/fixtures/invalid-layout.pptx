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Crowded title</a:t>
            </a:r>
            <a:endParaRPr lang="en-US" sz="1200" dirty="0"/>
          </a:p>
        </p:txBody>
      </p:sp>
      <p:sp>
        <p:nvSpPr>
          <p:cNvPr id="3" name="Overflowing text"/>
          <p:cNvSpPr/>
          <p:nvPr/>
        </p:nvSpPr>
        <p:spPr>
          <a:xfrm>
            <a:off x="10881360" y="6446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This text intentionally overlaps another text box and extends outside the slide.</a:t>
            </a:r>
            <a:endParaRPr lang="en-US" sz="1000" dirty="0"/>
          </a:p>
        </p:txBody>
      </p:sp>
      <p:sp>
        <p:nvSpPr>
          <p:cNvPr id="4" name="Overlap"/>
          <p:cNvSpPr/>
          <p:nvPr/>
        </p:nvSpPr>
        <p:spPr>
          <a:xfrm>
            <a:off x="11018520" y="647395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Second overlapping box</a:t>
            </a:r>
            <a:endParaRPr lang="en-US" sz="900" dirty="0"/>
          </a:p>
        </p:txBody>
      </p:sp>
      <p:sp>
        <p:nvSpPr>
          <p:cNvPr id="5" name="Outside shape"/>
          <p:cNvSpPr/>
          <p:nvPr/>
        </p:nvSpPr>
        <p:spPr>
          <a:xfrm>
            <a:off x="-365760" y="1828800"/>
            <a:ext cx="109728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" name="Align item 1"/>
          <p:cNvSpPr/>
          <p:nvPr/>
        </p:nvSpPr>
        <p:spPr>
          <a:xfrm>
            <a:off x="2743200" y="3657600"/>
            <a:ext cx="914400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Align item 2"/>
          <p:cNvSpPr/>
          <p:nvPr/>
        </p:nvSpPr>
        <p:spPr>
          <a:xfrm>
            <a:off x="4572000" y="3657600"/>
            <a:ext cx="914400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" name="Align item 3"/>
          <p:cNvSpPr/>
          <p:nvPr/>
        </p:nvSpPr>
        <p:spPr>
          <a:xfrm>
            <a:off x="6400800" y="3858768"/>
            <a:ext cx="914400" cy="457200"/>
          </a:xfrm>
          <a:prstGeom prst="rect">
            <a:avLst/>
          </a:prstGeom>
          <a:solidFill>
            <a:srgbClr val="EEEEE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Slide 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Intentional validation failures</dc:title>
  <dc:subject>Test fixture</dc:subject>
  <dc:creator>Slide Agent</dc:creator>
  <cp:lastModifiedBy>Slide Agent</cp:lastModifiedBy>
  <cp:revision>1</cp:revision>
  <dcterms:created xsi:type="dcterms:W3CDTF">2026-08-01T16:34:11Z</dcterms:created>
  <dcterms:modified xsi:type="dcterms:W3CDTF">2026-08-01T16:34:11Z</dcterms:modified>
</cp:coreProperties>
</file>